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Times New Roman"/>
              </a:defRPr>
            </a:pPr>
            <a:r>
              <a:t>KAFILA — SMART FLEET MANAGEMENT SYSTEM</a:t>
            </a:r>
          </a:p>
          <a:p>
            <a:pPr>
              <a:defRPr i="1" sz="1200">
                <a:solidFill>
                  <a:srgbClr val="93C5FD"/>
                </a:solidFill>
                <a:latin typeface="Times New Roman"/>
              </a:defRPr>
            </a:pPr>
            <a:r>
              <a:t>TITLE — Enterprise-Grade iOS Platform | Infosys Mysore Internship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9441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E3A8A"/>
                </a:solidFill>
                <a:latin typeface="Times New Roman"/>
              </a:defRPr>
            </a:pPr>
            <a:r>
              <a:t>Key Discussion Points for KAFILA — SMART FLEET MANAGEMENT SYSTEM: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Engineered native iOS Fleet Management platform using Swift 5.10, SwiftUI, and Observation framework.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Integrated Supabase BaaS over PostgreSQL 15 with real-time WebSocket pub-sub channels.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Designed and implemented Two-Factor Authentication (2FA) with 6-digit OTP verification and RBAC.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Built robust offline testing bypass mechanism supporting predefined test credentials.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Delivered comprehensive XCTest automated UI and unit regression test suites with 100% pass rate.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Collaborated within a 10-member cross-functional engineering squad using Agile Scrum in JIRA.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Ishan Kapoor | iOS Development Intern | Infosys Limited, Mysore | Galgotias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Times New Roman"/>
              </a:defRPr>
            </a:pPr>
            <a:r>
              <a:t>Infosys Limited — Corporate Overview &amp; Mysore Campus</a:t>
            </a:r>
          </a:p>
          <a:p>
            <a:pPr>
              <a:defRPr i="1" sz="1200">
                <a:solidFill>
                  <a:srgbClr val="93C5FD"/>
                </a:solidFill>
                <a:latin typeface="Times New Roman"/>
              </a:defRPr>
            </a:pPr>
            <a:r>
              <a:t>OVERVIEW — Global technology leader &amp; world's largest corporate university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9441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E3A8A"/>
                </a:solidFill>
                <a:latin typeface="Times New Roman"/>
              </a:defRPr>
            </a:pPr>
            <a:r>
              <a:t>Key Discussion Points for Infosys Limited — Corporate Overview &amp; Mysore Campus: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Engineered native iOS Fleet Management platform using Swift 5.10, SwiftUI, and Observation framework.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Integrated Supabase BaaS over PostgreSQL 15 with real-time WebSocket pub-sub channels.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Designed and implemented Two-Factor Authentication (2FA) with 6-digit OTP verification and RBAC.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Built robust offline testing bypass mechanism supporting predefined test credentials.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Delivered comprehensive XCTest automated UI and unit regression test suites with 100% pass rate.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Collaborated within a 10-member cross-functional engineering squad using Agile Scrum in JIRA.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Ishan Kapoor | iOS Development Intern | Infosys Limited, Mysore | Galgotias University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Times New Roman"/>
              </a:defRPr>
            </a:pPr>
            <a:r>
              <a:t>Internship Structure &amp; 10-Member Engineering Squad</a:t>
            </a:r>
          </a:p>
          <a:p>
            <a:pPr>
              <a:defRPr i="1" sz="1200">
                <a:solidFill>
                  <a:srgbClr val="93C5FD"/>
                </a:solidFill>
                <a:latin typeface="Times New Roman"/>
              </a:defRPr>
            </a:pPr>
            <a:r>
              <a:t>SQUAD — Agile Scrum framework orchestrated via Atlassian JIRA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9441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E3A8A"/>
                </a:solidFill>
                <a:latin typeface="Times New Roman"/>
              </a:defRPr>
            </a:pPr>
            <a:r>
              <a:t>Key Discussion Points for Internship Structure &amp; 10-Member Engineering Squad: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Engineered native iOS Fleet Management platform using Swift 5.10, SwiftUI, and Observation framework.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Integrated Supabase BaaS over PostgreSQL 15 with real-time WebSocket pub-sub channels.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Designed and implemented Two-Factor Authentication (2FA) with 6-digit OTP verification and RBAC.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Built robust offline testing bypass mechanism supporting predefined test credentials.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Delivered comprehensive XCTest automated UI and unit regression test suites with 100% pass rate.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Collaborated within a 10-member cross-functional engineering squad using Agile Scrum in JIRA.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Ishan Kapoor | iOS Development Intern | Infosys Limited, Mysore | Galgotias University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Times New Roman"/>
              </a:defRPr>
            </a:pPr>
            <a:r>
              <a:t>Logistics Problem Statement &amp; Industry Motivation</a:t>
            </a:r>
          </a:p>
          <a:p>
            <a:pPr>
              <a:defRPr i="1" sz="1200">
                <a:solidFill>
                  <a:srgbClr val="93C5FD"/>
                </a:solidFill>
                <a:latin typeface="Times New Roman"/>
              </a:defRPr>
            </a:pPr>
            <a:r>
              <a:t>PROBLEM — Addressing transport fragmentation, fuel fraud, and maintenance delays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9441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E3A8A"/>
                </a:solidFill>
                <a:latin typeface="Times New Roman"/>
              </a:defRPr>
            </a:pPr>
            <a:r>
              <a:t>Key Discussion Points for Logistics Problem Statement &amp; Industry Motivation: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Engineered native iOS Fleet Management platform using Swift 5.10, SwiftUI, and Observation framework.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Integrated Supabase BaaS over PostgreSQL 15 with real-time WebSocket pub-sub channels.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Designed and implemented Two-Factor Authentication (2FA) with 6-digit OTP verification and RBAC.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Built robust offline testing bypass mechanism supporting predefined test credentials.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Delivered comprehensive XCTest automated UI and unit regression test suites with 100% pass rate.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Collaborated within a 10-member cross-functional engineering squad using Agile Scrum in JIRA.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Ishan Kapoor | iOS Development Intern | Infosys Limited, Mysore | Galgotias University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Times New Roman"/>
              </a:defRPr>
            </a:pPr>
            <a:r>
              <a:t>The Kafila Solution: Tri-Role Mobile Operating System</a:t>
            </a:r>
          </a:p>
          <a:p>
            <a:pPr>
              <a:defRPr i="1" sz="1200">
                <a:solidFill>
                  <a:srgbClr val="93C5FD"/>
                </a:solidFill>
                <a:latin typeface="Times New Roman"/>
              </a:defRPr>
            </a:pPr>
            <a:r>
              <a:t>SOLUTION — Dedicated interfaces for Fleet Managers, Drivers, and Maintenance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9441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E3A8A"/>
                </a:solidFill>
                <a:latin typeface="Times New Roman"/>
              </a:defRPr>
            </a:pPr>
            <a:r>
              <a:t>Key Discussion Points for The Kafila Solution: Tri-Role Mobile Operating System: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Engineered native iOS Fleet Management platform using Swift 5.10, SwiftUI, and Observation framework.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Integrated Supabase BaaS over PostgreSQL 15 with real-time WebSocket pub-sub channels.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Designed and implemented Two-Factor Authentication (2FA) with 6-digit OTP verification and RBAC.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Built robust offline testing bypass mechanism supporting predefined test credentials.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Delivered comprehensive XCTest automated UI and unit regression test suites with 100% pass rate.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Collaborated within a 10-member cross-functional engineering squad using Agile Scrum in JIRA.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Ishan Kapoor | iOS Development Intern | Infosys Limited, Mysore | Galgotias 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Times New Roman"/>
              </a:defRPr>
            </a:pPr>
            <a:r>
              <a:t>Technology Stack &amp; Architecture Patterns</a:t>
            </a:r>
          </a:p>
          <a:p>
            <a:pPr>
              <a:defRPr i="1" sz="1200">
                <a:solidFill>
                  <a:srgbClr val="93C5FD"/>
                </a:solidFill>
                <a:latin typeface="Times New Roman"/>
              </a:defRPr>
            </a:pPr>
            <a:r>
              <a:t>TECH STACK — SwiftUI, Swift 5.10 Concurrency, Observation, MVVM, Supabase BaaS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9441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E3A8A"/>
                </a:solidFill>
                <a:latin typeface="Times New Roman"/>
              </a:defRPr>
            </a:pPr>
            <a:r>
              <a:t>Key Discussion Points for Technology Stack &amp; Architecture Patterns: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Engineered native iOS Fleet Management platform using Swift 5.10, SwiftUI, and Observation framework.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Integrated Supabase BaaS over PostgreSQL 15 with real-time WebSocket pub-sub channels.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Designed and implemented Two-Factor Authentication (2FA) with 6-digit OTP verification and RBAC.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Built robust offline testing bypass mechanism supporting predefined test credentials.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Delivered comprehensive XCTest automated UI and unit regression test suites with 100% pass rate.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Collaborated within a 10-member cross-functional engineering squad using Agile Scrum in JIRA.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Ishan Kapoor | iOS Development Intern | Infosys Limited, Mysore | Galgotias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Times New Roman"/>
              </a:defRPr>
            </a:pPr>
            <a:r>
              <a:t>Ishan Kapoor's Assigned Responsibilities</a:t>
            </a:r>
          </a:p>
          <a:p>
            <a:pPr>
              <a:defRPr i="1" sz="1200">
                <a:solidFill>
                  <a:srgbClr val="93C5FD"/>
                </a:solidFill>
                <a:latin typeface="Times New Roman"/>
              </a:defRPr>
            </a:pPr>
            <a:r>
              <a:t>RESPONSIBILITIES — Pillar 1: Backend Integration | Pillar 2: 2FA &amp; Auth | Pillar 3: UI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9441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E3A8A"/>
                </a:solidFill>
                <a:latin typeface="Times New Roman"/>
              </a:defRPr>
            </a:pPr>
            <a:r>
              <a:t>Key Discussion Points for Ishan Kapoor's Assigned Responsibilities: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Engineered native iOS Fleet Management platform using Swift 5.10, SwiftUI, and Observation framework.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Integrated Supabase BaaS over PostgreSQL 15 with real-time WebSocket pub-sub channels.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Designed and implemented Two-Factor Authentication (2FA) with 6-digit OTP verification and RBAC.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Built robust offline testing bypass mechanism supporting predefined test credentials.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Delivered comprehensive XCTest automated UI and unit regression test suites with 100% pass rate.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Collaborated within a 10-member cross-functional engineering squad using Agile Scrum in JIRA.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Ishan Kapoor | iOS Development Intern | Infosys Limited, Mysore | Galgotias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Times New Roman"/>
              </a:defRPr>
            </a:pPr>
            <a:r>
              <a:t>Pillar 1: Backend Cloud Integration &amp; Realtime Sync</a:t>
            </a:r>
          </a:p>
          <a:p>
            <a:pPr>
              <a:defRPr i="1" sz="1200">
                <a:solidFill>
                  <a:srgbClr val="93C5FD"/>
                </a:solidFill>
                <a:latin typeface="Times New Roman"/>
              </a:defRPr>
            </a:pPr>
            <a:r>
              <a:t>BACKEND — Supabase client, custom date decoders, WebSocket pub-sub channels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9441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E3A8A"/>
                </a:solidFill>
                <a:latin typeface="Times New Roman"/>
              </a:defRPr>
            </a:pPr>
            <a:r>
              <a:t>Key Discussion Points for Pillar 1: Backend Cloud Integration &amp; Realtime Sync: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Engineered native iOS Fleet Management platform using Swift 5.10, SwiftUI, and Observation framework.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Integrated Supabase BaaS over PostgreSQL 15 with real-time WebSocket pub-sub channels.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Designed and implemented Two-Factor Authentication (2FA) with 6-digit OTP verification and RBAC.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Built robust offline testing bypass mechanism supporting predefined test credentials.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Delivered comprehensive XCTest automated UI and unit regression test suites with 100% pass rate.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Collaborated within a 10-member cross-functional engineering squad using Agile Scrum in JIRA.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Ishan Kapoor | iOS Development Intern | Infosys Limited, Mysore | Galgotias University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Times New Roman"/>
              </a:defRPr>
            </a:pPr>
            <a:r>
              <a:t>Pillar 2: Authentication &amp; Two-Factor (2FA) Security</a:t>
            </a:r>
          </a:p>
          <a:p>
            <a:pPr>
              <a:defRPr i="1" sz="1200">
                <a:solidFill>
                  <a:srgbClr val="93C5FD"/>
                </a:solidFill>
                <a:latin typeface="Times New Roman"/>
              </a:defRPr>
            </a:pPr>
            <a:r>
              <a:t>SECURITY — Tri-role RBAC, 6-digit OTP verification, offline bypass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9441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E3A8A"/>
                </a:solidFill>
                <a:latin typeface="Times New Roman"/>
              </a:defRPr>
            </a:pPr>
            <a:r>
              <a:t>Key Discussion Points for Pillar 2: Authentication &amp; Two-Factor (2FA) Security: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Engineered native iOS Fleet Management platform using Swift 5.10, SwiftUI, and Observation framework.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Integrated Supabase BaaS over PostgreSQL 15 with real-time WebSocket pub-sub channels.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Designed and implemented Two-Factor Authentication (2FA) with 6-digit OTP verification and RBAC.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Built robust offline testing bypass mechanism supporting predefined test credentials.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Delivered comprehensive XCTest automated UI and unit regression test suites with 100% pass rate.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Collaborated within a 10-member cross-functional engineering squad using Agile Scrum in JIRA.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Ishan Kapoor | iOS Development Intern | Infosys Limited, Mysore | Galgotias University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Times New Roman"/>
              </a:defRPr>
            </a:pPr>
            <a:r>
              <a:t>Pillar 3: Automated UI &amp; Unit Testing with XCTest</a:t>
            </a:r>
          </a:p>
          <a:p>
            <a:pPr>
              <a:defRPr i="1" sz="1200">
                <a:solidFill>
                  <a:srgbClr val="93C5FD"/>
                </a:solidFill>
                <a:latin typeface="Times New Roman"/>
              </a:defRPr>
            </a:pPr>
            <a:r>
              <a:t>TESTING — Comprehensive test suites, ViewModel state checks, 100% pass 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9441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E3A8A"/>
                </a:solidFill>
                <a:latin typeface="Times New Roman"/>
              </a:defRPr>
            </a:pPr>
            <a:r>
              <a:t>Key Discussion Points for Pillar 3: Automated UI &amp; Unit Testing with XCTest: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Engineered native iOS Fleet Management platform using Swift 5.10, SwiftUI, and Observation framework.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Integrated Supabase BaaS over PostgreSQL 15 with real-time WebSocket pub-sub channels.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Designed and implemented Two-Factor Authentication (2FA) with 6-digit OTP verification and RBAC.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Built robust offline testing bypass mechanism supporting predefined test credentials.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Delivered comprehensive XCTest automated UI and unit regression test suites with 100% pass rate.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Collaborated within a 10-member cross-functional engineering squad using Agile Scrum in JIRA.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Ishan Kapoor | iOS Development Intern | Infosys Limited, Mysore | Galgotias University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Times New Roman"/>
              </a:defRPr>
            </a:pPr>
            <a:r>
              <a:t>Agile Scrum Project Management in JIRA</a:t>
            </a:r>
          </a:p>
          <a:p>
            <a:pPr>
              <a:defRPr i="1" sz="1200">
                <a:solidFill>
                  <a:srgbClr val="93C5FD"/>
                </a:solidFill>
                <a:latin typeface="Times New Roman"/>
              </a:defRPr>
            </a:pPr>
            <a:r>
              <a:t>AGILE — 192 Story Points burned down across four 2-week development sprints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9441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E3A8A"/>
                </a:solidFill>
                <a:latin typeface="Times New Roman"/>
              </a:defRPr>
            </a:pPr>
            <a:r>
              <a:t>Key Discussion Points for Agile Scrum Project Management in JIRA: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Engineered native iOS Fleet Management platform using Swift 5.10, SwiftUI, and Observation framework.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Integrated Supabase BaaS over PostgreSQL 15 with real-time WebSocket pub-sub channels.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Designed and implemented Two-Factor Authentication (2FA) with 6-digit OTP verification and RBAC.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Built robust offline testing bypass mechanism supporting predefined test credentials.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Delivered comprehensive XCTest automated UI and unit regression test suites with 100% pass rate.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Collaborated within a 10-member cross-functional engineering squad using Agile Scrum in JIRA.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Ishan Kapoor | iOS Development Intern | Infosys Limited, Mysore | Galgotias University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Times New Roman"/>
              </a:defRPr>
            </a:pPr>
            <a:r>
              <a:t>Application Screen Flows &amp; User Journeys</a:t>
            </a:r>
          </a:p>
          <a:p>
            <a:pPr>
              <a:defRPr i="1" sz="1200">
                <a:solidFill>
                  <a:srgbClr val="93C5FD"/>
                </a:solidFill>
                <a:latin typeface="Times New Roman"/>
              </a:defRPr>
            </a:pPr>
            <a:r>
              <a:t>WALKTHROUGH — From role selection to 2FA verification and live telematics dashboards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9441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E3A8A"/>
                </a:solidFill>
                <a:latin typeface="Times New Roman"/>
              </a:defRPr>
            </a:pPr>
            <a:r>
              <a:t>Key Discussion Points for Application Screen Flows &amp; User Journeys: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Engineered native iOS Fleet Management platform using Swift 5.10, SwiftUI, and Observation framework.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Integrated Supabase BaaS over PostgreSQL 15 with real-time WebSocket pub-sub channels.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Designed and implemented Two-Factor Authentication (2FA) with 6-digit OTP verification and RBAC.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Built robust offline testing bypass mechanism supporting predefined test credentials.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Delivered comprehensive XCTest automated UI and unit regression test suites with 100% pass rate.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Collaborated within a 10-member cross-functional engineering squad using Agile Scrum in JIRA.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Ishan Kapoor | iOS Development Intern | Infosys Limited, Mysore | Galgotias University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Times New Roman"/>
              </a:defRPr>
            </a:pPr>
            <a:r>
              <a:t>Technical Challenges Faced &amp; Engineering Solutions</a:t>
            </a:r>
          </a:p>
          <a:p>
            <a:pPr>
              <a:defRPr i="1" sz="1200">
                <a:solidFill>
                  <a:srgbClr val="93C5FD"/>
                </a:solidFill>
                <a:latin typeface="Times New Roman"/>
              </a:defRPr>
            </a:pPr>
            <a:r>
              <a:t>CHALLENGES — Dual-mode auth, PostgreSQL date decoding, realtime state sync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9441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E3A8A"/>
                </a:solidFill>
                <a:latin typeface="Times New Roman"/>
              </a:defRPr>
            </a:pPr>
            <a:r>
              <a:t>Key Discussion Points for Technical Challenges Faced &amp; Engineering Solutions: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Engineered native iOS Fleet Management platform using Swift 5.10, SwiftUI, and Observation framework.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Integrated Supabase BaaS over PostgreSQL 15 with real-time WebSocket pub-sub channels.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Designed and implemented Two-Factor Authentication (2FA) with 6-digit OTP verification and RBAC.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Built robust offline testing bypass mechanism supporting predefined test credentials.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Delivered comprehensive XCTest automated UI and unit regression test suites with 100% pass rate.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Collaborated within a 10-member cross-functional engineering squad using Agile Scrum in JIRA.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Ishan Kapoor | iOS Development Intern | Infosys Limited, Mysore | Galgotias University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Times New Roman"/>
              </a:defRPr>
            </a:pPr>
            <a:r>
              <a:t>Learning Experiences &amp; Professional Outcomes</a:t>
            </a:r>
          </a:p>
          <a:p>
            <a:pPr>
              <a:defRPr i="1" sz="1200">
                <a:solidFill>
                  <a:srgbClr val="93C5FD"/>
                </a:solidFill>
                <a:latin typeface="Times New Roman"/>
              </a:defRPr>
            </a:pPr>
            <a:r>
              <a:t>LEARNINGS — Swift concurrency, cloud BaaS, Agile teamwork, and code rigor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9441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E3A8A"/>
                </a:solidFill>
                <a:latin typeface="Times New Roman"/>
              </a:defRPr>
            </a:pPr>
            <a:r>
              <a:t>Key Discussion Points for Learning Experiences &amp; Professional Outcomes: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Engineered native iOS Fleet Management platform using Swift 5.10, SwiftUI, and Observation framework.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Integrated Supabase BaaS over PostgreSQL 15 with real-time WebSocket pub-sub channels.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Designed and implemented Two-Factor Authentication (2FA) with 6-digit OTP verification and RBAC.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Built robust offline testing bypass mechanism supporting predefined test credentials.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Delivered comprehensive XCTest automated UI and unit regression test suites with 100% pass rate.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Collaborated within a 10-member cross-functional engineering squad using Agile Scrum in JIRA.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Ishan Kapoor | iOS Development Intern | Infosys Limited, Mysore | Galgotias University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Times New Roman"/>
              </a:defRPr>
            </a:pPr>
            <a:r>
              <a:t>Conclusion &amp; Future Product Roadmap</a:t>
            </a:r>
          </a:p>
          <a:p>
            <a:pPr>
              <a:defRPr i="1" sz="1200">
                <a:solidFill>
                  <a:srgbClr val="93C5FD"/>
                </a:solidFill>
                <a:latin typeface="Times New Roman"/>
              </a:defRPr>
            </a:pPr>
            <a:r>
              <a:t>CONCLUSION — Project achievements, CoreML predictive AI, Apple CarPlay, OBD-II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9441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E3A8A"/>
                </a:solidFill>
                <a:latin typeface="Times New Roman"/>
              </a:defRPr>
            </a:pPr>
            <a:r>
              <a:t>Key Discussion Points for Conclusion &amp; Future Product Roadmap: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Engineered native iOS Fleet Management platform using Swift 5.10, SwiftUI, and Observation framework.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Integrated Supabase BaaS over PostgreSQL 15 with real-time WebSocket pub-sub channels.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Designed and implemented Two-Factor Authentication (2FA) with 6-digit OTP verification and RBAC.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Built robust offline testing bypass mechanism supporting predefined test credentials.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Delivered comprehensive XCTest automated UI and unit regression test suites with 100% pass rate.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Collaborated within a 10-member cross-functional engineering squad using Agile Scrum in JIRA.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Ishan Kapoor | iOS Development Intern | Infosys Limited, Mysore | Galgotias University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Times New Roman"/>
              </a:defRPr>
            </a:pPr>
            <a:r>
              <a:t>Thank You! Questions &amp; Discussion</a:t>
            </a:r>
          </a:p>
          <a:p>
            <a:pPr>
              <a:defRPr i="1" sz="1200">
                <a:solidFill>
                  <a:srgbClr val="93C5FD"/>
                </a:solidFill>
                <a:latin typeface="Times New Roman"/>
              </a:defRPr>
            </a:pPr>
            <a:r>
              <a:t>Q&amp;A — Candidate: Ishan Kapoor | Infosys Mysore | Galgotias University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94415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E3A8A"/>
                </a:solidFill>
                <a:latin typeface="Times New Roman"/>
              </a:defRPr>
            </a:pPr>
            <a:r>
              <a:t>Key Discussion Points for Thank You! Questions &amp; Discussion: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Engineered native iOS Fleet Management platform using Swift 5.10, SwiftUI, and Observation framework.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Integrated Supabase BaaS over PostgreSQL 15 with real-time WebSocket pub-sub channels.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Designed and implemented Two-Factor Authentication (2FA) with 6-digit OTP verification and RBAC.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Built robust offline testing bypass mechanism supporting predefined test credentials.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Delivered comprehensive XCTest automated UI and unit regression test suites with 100% pass rate.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Times New Roman"/>
              </a:defRPr>
            </a:pPr>
            <a:r>
              <a:t>• Collaborated within a 10-member cross-functional engineering squad using Agile Scrum in JIRA.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Ishan Kapoor | iOS Development Intern | Infosys Limited, Mysore | Galgotias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